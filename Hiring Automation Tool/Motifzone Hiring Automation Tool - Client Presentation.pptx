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2103120" cy="902512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722377"/>
            <a:ext cx="1929384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783080"/>
            <a:ext cx="548640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Hiring Automation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5394960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0">
                <a:solidFill>
                  <a:srgbClr val="D6EFF0"/>
                </a:solidFill>
              </a:defRPr>
            </a:pPr>
            <a:r>
              <a:t>Automated resume email processing and candidate Excel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730752"/>
            <a:ext cx="1874519" cy="347472"/>
          </a:xfrm>
          <a:prstGeom prst="roundRect">
            <a:avLst/>
          </a:prstGeom>
          <a:solidFill>
            <a:srgbClr val="EF3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Client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3730752"/>
            <a:ext cx="214884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Motifzone Pvt Ltd</a:t>
            </a:r>
          </a:p>
        </p:txBody>
      </p:sp>
      <p:pic>
        <p:nvPicPr>
          <p:cNvPr id="9" name="Picture 8" descr="live_run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68680"/>
            <a:ext cx="4983480" cy="2971800"/>
          </a:xfrm>
          <a:prstGeom prst="rect">
            <a:avLst/>
          </a:prstGeom>
          <a:ln>
            <a:solidFill>
              <a:srgbClr val="C7D6E1"/>
            </a:solidFill>
          </a:ln>
        </p:spPr>
      </p:pic>
      <p:pic>
        <p:nvPicPr>
          <p:cNvPr id="10" name="Picture 9" descr="masked_excel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96512"/>
            <a:ext cx="4983480" cy="1691640"/>
          </a:xfrm>
          <a:prstGeom prst="rect">
            <a:avLst/>
          </a:prstGeom>
          <a:ln>
            <a:solidFill>
              <a:srgbClr val="C7D6E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5237" y="155447"/>
            <a:ext cx="1607643" cy="57905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834" y="182880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Business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Recruiters need faster, cleaner handling of CVs received by email.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035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Current Manual Pain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825496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734056"/>
            <a:ext cx="4617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Download every attachment manually from the mailbox.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3310128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4617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Open each CV and copy candidate details one by one.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794760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703320"/>
            <a:ext cx="4617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Risk of duplicate entries and missed resumes.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279392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187952"/>
            <a:ext cx="4617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Excel formatting and sorting takes extra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148840"/>
            <a:ext cx="52120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475488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Automation Goal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282549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2734056"/>
            <a:ext cx="4526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Read incoming CV emails from the hiring mailbox.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31012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3218688"/>
            <a:ext cx="4526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Download only valid resume attachments.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379476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3703320"/>
            <a:ext cx="4526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Extract important candidate information.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4279392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4187952"/>
            <a:ext cx="4526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Maintain one clean Excel tracker for the recruitment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1086" y="79314"/>
            <a:ext cx="1665059" cy="67347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79314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A user-friendly desktop tool hides the Python code and runs the automation from one button.</a:t>
            </a:r>
          </a:p>
        </p:txBody>
      </p:sp>
      <p:pic>
        <p:nvPicPr>
          <p:cNvPr id="8" name="Picture 7" descr="video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5577840" cy="3137535"/>
          </a:xfrm>
          <a:prstGeom prst="rect">
            <a:avLst/>
          </a:prstGeom>
          <a:ln>
            <a:solidFill>
              <a:srgbClr val="C7D6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629400" y="1993392"/>
            <a:ext cx="4892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43484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What the Tool Does</a:t>
            </a:r>
          </a:p>
        </p:txBody>
      </p:sp>
      <p:sp>
        <p:nvSpPr>
          <p:cNvPr id="11" name="Oval 10"/>
          <p:cNvSpPr/>
          <p:nvPr/>
        </p:nvSpPr>
        <p:spPr>
          <a:xfrm>
            <a:off x="6885432" y="267004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68312" y="2578608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Connects to careers@emotifzone.com through IMAP.</a:t>
            </a:r>
          </a:p>
        </p:txBody>
      </p:sp>
      <p:sp>
        <p:nvSpPr>
          <p:cNvPr id="13" name="Oval 12"/>
          <p:cNvSpPr/>
          <p:nvPr/>
        </p:nvSpPr>
        <p:spPr>
          <a:xfrm>
            <a:off x="6885432" y="315468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3063240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Processes new emails incrementally after the first setup.</a:t>
            </a:r>
          </a:p>
        </p:txBody>
      </p:sp>
      <p:sp>
        <p:nvSpPr>
          <p:cNvPr id="15" name="Oval 14"/>
          <p:cNvSpPr/>
          <p:nvPr/>
        </p:nvSpPr>
        <p:spPr>
          <a:xfrm>
            <a:off x="6885432" y="3639312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3547872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Shows skipped JD/non-CV files clearly for client visibility.</a:t>
            </a:r>
          </a:p>
        </p:txBody>
      </p:sp>
      <p:sp>
        <p:nvSpPr>
          <p:cNvPr id="17" name="Oval 16"/>
          <p:cNvSpPr/>
          <p:nvPr/>
        </p:nvSpPr>
        <p:spPr>
          <a:xfrm>
            <a:off x="6885432" y="4123944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68312" y="4032504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Keeps candidate output in a formatted Excel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7"/>
            <a:ext cx="1508760" cy="6277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246888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From mailbox attachment to recruiter-ready candidate tracker.</a:t>
            </a:r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11018520" cy="4663440"/>
          </a:xfrm>
          <a:prstGeom prst="rect">
            <a:avLst/>
          </a:prstGeom>
          <a:ln>
            <a:solidFill>
              <a:srgbClr val="C7D6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8"/>
            <a:ext cx="1417319" cy="5699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6" y="189042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Live Run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The user sees a simple interface while the automation runs in the background.</a:t>
            </a:r>
          </a:p>
        </p:txBody>
      </p:sp>
      <p:pic>
        <p:nvPicPr>
          <p:cNvPr id="8" name="Picture 7" descr="live_run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47088"/>
            <a:ext cx="6629400" cy="4434840"/>
          </a:xfrm>
          <a:prstGeom prst="rect">
            <a:avLst/>
          </a:prstGeom>
          <a:ln>
            <a:solidFill>
              <a:srgbClr val="C7D6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43800" y="2011680"/>
            <a:ext cx="3977639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520439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Visible Progress</a:t>
            </a:r>
          </a:p>
        </p:txBody>
      </p:sp>
      <p:sp>
        <p:nvSpPr>
          <p:cNvPr id="11" name="Oval 10"/>
          <p:cNvSpPr/>
          <p:nvPr/>
        </p:nvSpPr>
        <p:spPr>
          <a:xfrm>
            <a:off x="7799831" y="268833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2" y="2596896"/>
            <a:ext cx="3291839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Run New Emails for incremental processing.</a:t>
            </a:r>
          </a:p>
        </p:txBody>
      </p:sp>
      <p:sp>
        <p:nvSpPr>
          <p:cNvPr id="13" name="Oval 12"/>
          <p:cNvSpPr/>
          <p:nvPr/>
        </p:nvSpPr>
        <p:spPr>
          <a:xfrm>
            <a:off x="7799831" y="317296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2712" y="3081528"/>
            <a:ext cx="3291839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Full Scan option when historical mailbox scan is needed.</a:t>
            </a:r>
          </a:p>
        </p:txBody>
      </p:sp>
      <p:sp>
        <p:nvSpPr>
          <p:cNvPr id="15" name="Oval 14"/>
          <p:cNvSpPr/>
          <p:nvPr/>
        </p:nvSpPr>
        <p:spPr>
          <a:xfrm>
            <a:off x="7799831" y="365760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82712" y="3566160"/>
            <a:ext cx="3291839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Skipped JD attachments are shown in the log.</a:t>
            </a:r>
          </a:p>
        </p:txBody>
      </p:sp>
      <p:sp>
        <p:nvSpPr>
          <p:cNvPr id="17" name="Oval 16"/>
          <p:cNvSpPr/>
          <p:nvPr/>
        </p:nvSpPr>
        <p:spPr>
          <a:xfrm>
            <a:off x="7799831" y="4142232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2" y="4050792"/>
            <a:ext cx="3291839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Success message confirms Excel and CV folder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7"/>
            <a:ext cx="1508760" cy="6551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246888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CV Download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The tool downloads only valid CV files into a clean folder.</a:t>
            </a:r>
          </a:p>
        </p:txBody>
      </p:sp>
      <p:pic>
        <p:nvPicPr>
          <p:cNvPr id="8" name="Picture 7" descr="masked_downloaded_cv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93392"/>
            <a:ext cx="6995160" cy="2146242"/>
          </a:xfrm>
          <a:prstGeom prst="rect">
            <a:avLst/>
          </a:prstGeom>
          <a:ln>
            <a:solidFill>
              <a:srgbClr val="C7D6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909560" y="2057400"/>
            <a:ext cx="36118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2240280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Supported Files</a:t>
            </a:r>
          </a:p>
        </p:txBody>
      </p:sp>
      <p:sp>
        <p:nvSpPr>
          <p:cNvPr id="11" name="Oval 10"/>
          <p:cNvSpPr/>
          <p:nvPr/>
        </p:nvSpPr>
        <p:spPr>
          <a:xfrm>
            <a:off x="8165592" y="273405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2" y="2642616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PDF resumes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321868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3127248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Microsoft Word resumes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70332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3611880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Scanned PDFs with OCR support when available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4187952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2" y="4096512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JD/non-CV files are skipped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7"/>
            <a:ext cx="1508760" cy="6277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201166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Excel Candidate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Extracted resume data is stored in a structured Excel sheet.</a:t>
            </a:r>
          </a:p>
        </p:txBody>
      </p:sp>
      <p:pic>
        <p:nvPicPr>
          <p:cNvPr id="8" name="Picture 7" descr="masked_excel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47088"/>
            <a:ext cx="11109960" cy="3717242"/>
          </a:xfrm>
          <a:prstGeom prst="rect">
            <a:avLst/>
          </a:prstGeom>
          <a:ln>
            <a:solidFill>
              <a:srgbClr val="C7D6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49808" y="5989320"/>
            <a:ext cx="196596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Candidate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989320"/>
            <a:ext cx="137160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5989320"/>
            <a:ext cx="182880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Contact 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989320"/>
            <a:ext cx="141732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989320"/>
            <a:ext cx="1965960" cy="347472"/>
          </a:xfrm>
          <a:prstGeom prst="roundRect">
            <a:avLst/>
          </a:prstGeom>
          <a:solidFill>
            <a:srgbClr val="27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CV File 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7"/>
            <a:ext cx="1508760" cy="6277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246888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Controls And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Built-in checks keep the tracker cleaner and easier to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4A19C"/>
                </a:solidFill>
              </a:defRPr>
            </a:pPr>
            <a:r>
              <a:t>No</a:t>
            </a:r>
            <a:br/>
            <a:r>
              <a:t>Duplicate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488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A965C"/>
                </a:solidFill>
              </a:defRPr>
            </a:pPr>
            <a:r>
              <a:t>New</a:t>
            </a:r>
            <a:br/>
            <a:r>
              <a:t>Emails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1488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103A51"/>
                </a:solidFill>
              </a:defRPr>
            </a:pPr>
            <a:r>
              <a:t>PDF + DOC</a:t>
            </a:r>
            <a:br/>
            <a:r>
              <a:t>CV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1488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EB8922"/>
                </a:solidFill>
              </a:defRPr>
            </a:pPr>
            <a:r>
              <a:t>Excel</a:t>
            </a:r>
            <a:br/>
            <a:r>
              <a:t>Formatted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10378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160520"/>
            <a:ext cx="992124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Data Handling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465429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4562856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Duplicate checking uses candidate name, email and phone where available.</a:t>
            </a:r>
          </a:p>
        </p:txBody>
      </p:sp>
      <p:sp>
        <p:nvSpPr>
          <p:cNvPr id="16" name="Oval 15"/>
          <p:cNvSpPr/>
          <p:nvPr/>
        </p:nvSpPr>
        <p:spPr>
          <a:xfrm>
            <a:off x="1170432" y="513892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5047488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Excel headings are formatted, filters are available, and records are sorted by latest received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6583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Motifzone Private Limited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155448"/>
            <a:ext cx="1508760" cy="576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6" y="182880"/>
            <a:ext cx="1298448" cy="53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78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A51"/>
                </a:solidFill>
              </a:rPr>
              <a:t>Business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878"/>
                </a:solidFill>
              </a:rPr>
              <a:t>A practical achievement that reduces repetitive recruiter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97180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Time Saving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2642616"/>
            <a:ext cx="100584" cy="100584"/>
          </a:xfrm>
          <a:prstGeom prst="ellipse">
            <a:avLst/>
          </a:prstGeom>
          <a:solidFill>
            <a:srgbClr val="2A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551176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Bulk CV download is automatic.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127248"/>
            <a:ext cx="100584" cy="100584"/>
          </a:xfrm>
          <a:prstGeom prst="ellipse">
            <a:avLst/>
          </a:prstGeom>
          <a:solidFill>
            <a:srgbClr val="2A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035808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Candidate data extraction is faster.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3611880"/>
            <a:ext cx="100584" cy="100584"/>
          </a:xfrm>
          <a:prstGeom prst="ellipse">
            <a:avLst/>
          </a:prstGeom>
          <a:solidFill>
            <a:srgbClr val="2A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352044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Excel tracking is ready after each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96596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148840"/>
            <a:ext cx="297180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Process Quality</a:t>
            </a:r>
          </a:p>
        </p:txBody>
      </p:sp>
      <p:sp>
        <p:nvSpPr>
          <p:cNvPr id="18" name="Oval 17"/>
          <p:cNvSpPr/>
          <p:nvPr/>
        </p:nvSpPr>
        <p:spPr>
          <a:xfrm>
            <a:off x="4690872" y="264261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551176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Reduces copy-paste errors.</a:t>
            </a:r>
          </a:p>
        </p:txBody>
      </p:sp>
      <p:sp>
        <p:nvSpPr>
          <p:cNvPr id="20" name="Oval 19"/>
          <p:cNvSpPr/>
          <p:nvPr/>
        </p:nvSpPr>
        <p:spPr>
          <a:xfrm>
            <a:off x="4690872" y="312724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3035808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Avoids repeated candidate rows.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361188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73752" y="352044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Separates CVs from JD attachments.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96596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148840"/>
            <a:ext cx="297180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Client Value</a:t>
            </a:r>
          </a:p>
        </p:txBody>
      </p:sp>
      <p:sp>
        <p:nvSpPr>
          <p:cNvPr id="26" name="Oval 25"/>
          <p:cNvSpPr/>
          <p:nvPr/>
        </p:nvSpPr>
        <p:spPr>
          <a:xfrm>
            <a:off x="8394192" y="2642616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77072" y="2551176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Simple desktop experience.</a:t>
            </a:r>
          </a:p>
        </p:txBody>
      </p:sp>
      <p:sp>
        <p:nvSpPr>
          <p:cNvPr id="28" name="Oval 27"/>
          <p:cNvSpPr/>
          <p:nvPr/>
        </p:nvSpPr>
        <p:spPr>
          <a:xfrm>
            <a:off x="8394192" y="3127248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7072" y="3035808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Clear run status and output.</a:t>
            </a:r>
          </a:p>
        </p:txBody>
      </p:sp>
      <p:sp>
        <p:nvSpPr>
          <p:cNvPr id="30" name="Oval 29"/>
          <p:cNvSpPr/>
          <p:nvPr/>
        </p:nvSpPr>
        <p:spPr>
          <a:xfrm>
            <a:off x="8394192" y="3611880"/>
            <a:ext cx="100584" cy="100584"/>
          </a:xfrm>
          <a:prstGeom prst="ellipse">
            <a:avLst/>
          </a:prstGeom>
          <a:solidFill>
            <a:srgbClr val="EB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3520440"/>
            <a:ext cx="27432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Professional recruitment tracker.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2148840" cy="902512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tifzon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722376"/>
            <a:ext cx="1929384" cy="796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828800"/>
            <a:ext cx="54864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Hiring Automation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51760"/>
            <a:ext cx="530352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0">
                <a:solidFill>
                  <a:srgbClr val="D6EFF0"/>
                </a:solidFill>
              </a:defRPr>
            </a:pPr>
            <a:r>
              <a:t>A ready-to-use automation for resume mailbox processing and candidate tracking.</a:t>
            </a:r>
          </a:p>
        </p:txBody>
      </p:sp>
      <p:pic>
        <p:nvPicPr>
          <p:cNvPr id="7" name="Picture 6" descr="video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688352"/>
            <a:ext cx="4983480" cy="2803208"/>
          </a:xfrm>
          <a:prstGeom prst="rect">
            <a:avLst/>
          </a:prstGeom>
          <a:ln>
            <a:solidFill>
              <a:srgbClr val="C7D6E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77240" y="3703320"/>
            <a:ext cx="5166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470916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03A51"/>
                </a:solidFill>
              </a:defRPr>
            </a:pPr>
            <a:r>
              <a:t>Recommended Next Steps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4379976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" y="4288536"/>
            <a:ext cx="44805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Run the tool daily for new candidate emails.</a:t>
            </a:r>
          </a:p>
        </p:txBody>
      </p:sp>
      <p:sp>
        <p:nvSpPr>
          <p:cNvPr id="12" name="Oval 11"/>
          <p:cNvSpPr/>
          <p:nvPr/>
        </p:nvSpPr>
        <p:spPr>
          <a:xfrm>
            <a:off x="1033271" y="4864608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" y="4773168"/>
            <a:ext cx="44805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Review the Excel tracker before sharing externally.</a:t>
            </a:r>
          </a:p>
        </p:txBody>
      </p:sp>
      <p:sp>
        <p:nvSpPr>
          <p:cNvPr id="14" name="Oval 13"/>
          <p:cNvSpPr/>
          <p:nvPr/>
        </p:nvSpPr>
        <p:spPr>
          <a:xfrm>
            <a:off x="1033271" y="5349240"/>
            <a:ext cx="100584" cy="100584"/>
          </a:xfrm>
          <a:prstGeom prst="ellipse">
            <a:avLst/>
          </a:prstGeom>
          <a:solidFill>
            <a:srgbClr val="24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5257800"/>
            <a:ext cx="44805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142B3C"/>
                </a:solidFill>
              </a:defRPr>
            </a:pPr>
            <a:r>
              <a:t>Continue improving name extraction with real CV examples.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6217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D6EFF0"/>
                </a:solidFill>
              </a:defRPr>
            </a:pPr>
            <a:r>
              <a:t>Prepared for client demonstration by Motifzone Private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491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maheshwari</cp:lastModifiedBy>
  <cp:revision>2</cp:revision>
  <dcterms:created xsi:type="dcterms:W3CDTF">2013-01-27T09:14:16Z</dcterms:created>
  <dcterms:modified xsi:type="dcterms:W3CDTF">2026-06-01T06:19:41Z</dcterms:modified>
  <cp:category/>
</cp:coreProperties>
</file>